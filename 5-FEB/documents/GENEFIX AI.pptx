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6E78ED42-3FC7-48AB-BCE2-1B802915456C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3D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77" y="91"/>
      </p:cViewPr>
      <p:guideLst>
        <p:guide pos="3817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D3501-8D25-912B-C22E-3D283ED04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r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00C130-6C29-0AF0-0E27-D37CEA5264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r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3B545-8C13-22CD-599E-9E6A8BEDC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4D07D-4DE2-4E1A-865F-ADAAE8E8DBB8}" type="datetimeFigureOut">
              <a:rPr lang="ur-PK" smtClean="0"/>
              <a:t>03/07/1447</a:t>
            </a:fld>
            <a:endParaRPr lang="ur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21FF9-04F2-B6C5-2CA9-5315E8129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D2BB3-19B3-15BA-F34C-7BE267BE0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0858-BFCB-4D7C-A935-88384BD0997C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1975208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72419-39CF-787E-C04F-BEFF103F2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r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D7BE3-A9C9-A3E3-E9BD-783755F5E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r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E54FA-F99D-0EB6-4FAC-B9330DFC1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4D07D-4DE2-4E1A-865F-ADAAE8E8DBB8}" type="datetimeFigureOut">
              <a:rPr lang="ur-PK" smtClean="0"/>
              <a:t>03/07/1447</a:t>
            </a:fld>
            <a:endParaRPr lang="ur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0CE36-91B0-4839-F728-C9065D400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6A517-828D-6383-8711-DC41B4A4B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0858-BFCB-4D7C-A935-88384BD0997C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2983909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377B4-5341-D3DA-B9A8-B97A53F45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r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21F8B-4431-FF9C-0F35-566AA829C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BEB2F-C4BB-9146-EBA2-D578EE81C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4D07D-4DE2-4E1A-865F-ADAAE8E8DBB8}" type="datetimeFigureOut">
              <a:rPr lang="ur-PK" smtClean="0"/>
              <a:t>03/07/1447</a:t>
            </a:fld>
            <a:endParaRPr lang="ur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E5EDE-49BE-2560-4C2D-ED0512F94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F6633-1F0C-9847-365E-CB4BDC2C8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0858-BFCB-4D7C-A935-88384BD0997C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3480143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C0DBE-709E-2D66-8CA1-BF159BC83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r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253D4-6EC3-CF68-A7D5-43CD71C049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r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6F6F6-EF85-B06C-08A3-D4D910A42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r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B8516-7915-D60D-EF4D-431116706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4D07D-4DE2-4E1A-865F-ADAAE8E8DBB8}" type="datetimeFigureOut">
              <a:rPr lang="ur-PK" smtClean="0"/>
              <a:t>03/07/1447</a:t>
            </a:fld>
            <a:endParaRPr lang="ur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DEA95-065E-21DC-CEF8-FC8F89418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DFB46-DFD9-8D61-CFF6-9E4FF77B6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0858-BFCB-4D7C-A935-88384BD0997C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3349122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724BD-47A7-C994-4024-340605A43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r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D7C92-61FD-88FE-EAC3-34A365B0E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17D9C-801D-1D58-44D9-A910DC7D4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r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AEC589-40B5-A256-2A1A-8A72D31AE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052E69-81D9-2D8E-1FC8-8E2F8D9914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r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A8CACB-846D-CA56-2F3E-576026D8E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4D07D-4DE2-4E1A-865F-ADAAE8E8DBB8}" type="datetimeFigureOut">
              <a:rPr lang="ur-PK" smtClean="0"/>
              <a:t>03/07/1447</a:t>
            </a:fld>
            <a:endParaRPr lang="ur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E6FBDB-884E-5C10-A675-D4F44B232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30AA9B-CBED-A39F-3AD5-32525A40F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0858-BFCB-4D7C-A935-88384BD0997C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1044216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76FD0-972D-9405-1615-9CB5CCD7E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r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017D58-7836-4D30-21D8-23AE9892F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4D07D-4DE2-4E1A-865F-ADAAE8E8DBB8}" type="datetimeFigureOut">
              <a:rPr lang="ur-PK" smtClean="0"/>
              <a:t>03/07/1447</a:t>
            </a:fld>
            <a:endParaRPr lang="ur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A2EBCC-92CA-CCCB-F0FB-94459FD18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3610C8-F874-CD42-5CE5-6A9BC1A67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0858-BFCB-4D7C-A935-88384BD0997C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2260811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30C410-B34B-0C3F-45FD-ADD97B145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4D07D-4DE2-4E1A-865F-ADAAE8E8DBB8}" type="datetimeFigureOut">
              <a:rPr lang="ur-PK" smtClean="0"/>
              <a:t>03/07/1447</a:t>
            </a:fld>
            <a:endParaRPr lang="ur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4B0B54-4F81-2F05-94E3-3A4F08869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4E15A-1EC3-2327-BAE0-D7D6E6E73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0858-BFCB-4D7C-A935-88384BD0997C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127323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3DC09-F43A-39FC-395E-FE13444D6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r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D1A03-F96C-2F76-D565-FEF1C9AD5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r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44E693-C741-4CD3-78F6-B5884B1AD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41B39-4A25-CA93-5831-596EFEF05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4D07D-4DE2-4E1A-865F-ADAAE8E8DBB8}" type="datetimeFigureOut">
              <a:rPr lang="ur-PK" smtClean="0"/>
              <a:t>03/07/1447</a:t>
            </a:fld>
            <a:endParaRPr lang="ur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844E50-9A09-8FF9-1486-5D07808FF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27B531-A6D7-3B15-78FB-DE781AC10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0858-BFCB-4D7C-A935-88384BD0997C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3994158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CD717-1536-C263-171F-247362F39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r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40D697-1CCD-2455-1C33-34EEA6954E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r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45A9E2-3754-CC33-CFA8-CCF162DB9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FB86F-3E44-32FA-A2F5-39B2BFF54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4D07D-4DE2-4E1A-865F-ADAAE8E8DBB8}" type="datetimeFigureOut">
              <a:rPr lang="ur-PK" smtClean="0"/>
              <a:t>03/07/1447</a:t>
            </a:fld>
            <a:endParaRPr lang="ur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4A84C-9EA2-268B-191F-385F9C818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A909DE-F752-0494-7A9A-77837B247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0858-BFCB-4D7C-A935-88384BD0997C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1632579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34798-1BDE-93C4-6168-9176646AE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r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002AC5-F4C6-0A45-C409-53BB106EA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r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13CAD-371D-427A-324E-850058B4B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4D07D-4DE2-4E1A-865F-ADAAE8E8DBB8}" type="datetimeFigureOut">
              <a:rPr lang="ur-PK" smtClean="0"/>
              <a:t>03/07/1447</a:t>
            </a:fld>
            <a:endParaRPr lang="ur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BBB60-4705-A991-AAAE-ADC132E0F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256A0-8A3C-2DEE-47DB-C3E66C38E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0858-BFCB-4D7C-A935-88384BD0997C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985663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63A58-6615-1D10-DEEE-485AD1361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r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3FA272-AB73-B411-439C-45C7C9269B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r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FC4B5-B414-8997-AB94-C1D464E51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4D07D-4DE2-4E1A-865F-ADAAE8E8DBB8}" type="datetimeFigureOut">
              <a:rPr lang="ur-PK" smtClean="0"/>
              <a:t>03/07/1447</a:t>
            </a:fld>
            <a:endParaRPr lang="ur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ADB00-0CCB-4FFC-AC02-C42E531D2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5B7AA-F82A-49A3-2057-9CEC98E90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0858-BFCB-4D7C-A935-88384BD0997C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4039254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135218-B932-1B0B-BC95-84B7118F7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r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E9C1E-CD35-95D6-6B6D-6233AD5B3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r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F1978-0058-3DF2-BF9A-19E4DF08D1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F4D07D-4DE2-4E1A-865F-ADAAE8E8DBB8}" type="datetimeFigureOut">
              <a:rPr lang="ur-PK" smtClean="0"/>
              <a:t>03/07/1447</a:t>
            </a:fld>
            <a:endParaRPr lang="ur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2C19C-D880-AD89-7A8B-7AE6D89B16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ur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6002D-9CBE-9A3E-88DB-84517BE89E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110858-BFCB-4D7C-A935-88384BD0997C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1451499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EE824A-1748-439D-5BDF-5C45C60A843E}"/>
              </a:ext>
            </a:extLst>
          </p:cNvPr>
          <p:cNvSpPr/>
          <p:nvPr/>
        </p:nvSpPr>
        <p:spPr>
          <a:xfrm>
            <a:off x="3785681" y="768484"/>
            <a:ext cx="4620638" cy="1167321"/>
          </a:xfrm>
          <a:prstGeom prst="rect">
            <a:avLst/>
          </a:prstGeom>
          <a:solidFill>
            <a:srgbClr val="002060">
              <a:alpha val="63000"/>
            </a:srgb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 contourW="12700">
            <a:bevelT prst="angle"/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GENEFIX-AI</a:t>
            </a:r>
            <a:r>
              <a:rPr lang="en-US" sz="6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ur-PK" sz="6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DDFD50-C5CB-4199-D4B6-97447CFE40C2}"/>
              </a:ext>
            </a:extLst>
          </p:cNvPr>
          <p:cNvCxnSpPr>
            <a:cxnSpLocks/>
          </p:cNvCxnSpPr>
          <p:nvPr/>
        </p:nvCxnSpPr>
        <p:spPr>
          <a:xfrm>
            <a:off x="5989937" y="1"/>
            <a:ext cx="0" cy="768483"/>
          </a:xfrm>
          <a:prstGeom prst="line">
            <a:avLst/>
          </a:prstGeom>
          <a:ln w="152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D0CB681-0712-8735-BCA5-4A6A66E17E52}"/>
              </a:ext>
            </a:extLst>
          </p:cNvPr>
          <p:cNvSpPr/>
          <p:nvPr/>
        </p:nvSpPr>
        <p:spPr>
          <a:xfrm>
            <a:off x="1248331" y="2106821"/>
            <a:ext cx="9306232" cy="924234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AI-Powered CRISPR-Cas9 System for Real-Time Detection and Correction of Mutations in Non-Human Species</a:t>
            </a:r>
            <a:endParaRPr lang="ur-PK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F7E0CD-5F06-710C-C017-28512CD8881E}"/>
              </a:ext>
            </a:extLst>
          </p:cNvPr>
          <p:cNvSpPr/>
          <p:nvPr/>
        </p:nvSpPr>
        <p:spPr>
          <a:xfrm>
            <a:off x="3964492" y="3429000"/>
            <a:ext cx="4050890" cy="2234381"/>
          </a:xfrm>
          <a:prstGeom prst="rect">
            <a:avLst/>
          </a:prstGeom>
          <a:solidFill>
            <a:srgbClr val="002060">
              <a:alpha val="63000"/>
            </a:srgbClr>
          </a:solidFill>
          <a:ln>
            <a:solidFill>
              <a:schemeClr val="bg1">
                <a:alpha val="9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r-PK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EAC674-F197-0414-127C-7BB1DEEFE720}"/>
              </a:ext>
            </a:extLst>
          </p:cNvPr>
          <p:cNvSpPr txBox="1"/>
          <p:nvPr/>
        </p:nvSpPr>
        <p:spPr>
          <a:xfrm>
            <a:off x="3015679" y="3826946"/>
            <a:ext cx="56069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by:</a:t>
            </a:r>
          </a:p>
          <a:p>
            <a:pPr lvl="1" algn="ctr"/>
            <a:r>
              <a:rPr lang="ur-PK" sz="24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Muhammad Moeen Asim</a:t>
            </a:r>
            <a:endParaRPr lang="en-US" sz="2400" b="1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Muhammad Taha Sultan</a:t>
            </a:r>
          </a:p>
          <a:p>
            <a:pPr lvl="1"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Mubashir Ali</a:t>
            </a:r>
          </a:p>
        </p:txBody>
      </p:sp>
    </p:spTree>
    <p:extLst>
      <p:ext uri="{BB962C8B-B14F-4D97-AF65-F5344CB8AC3E}">
        <p14:creationId xmlns:p14="http://schemas.microsoft.com/office/powerpoint/2010/main" val="43917547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tx1">
                <a:lumMod val="85000"/>
                <a:lumOff val="15000"/>
              </a:schemeClr>
            </a:gs>
            <a:gs pos="0">
              <a:schemeClr val="accent4">
                <a:lumMod val="75000"/>
              </a:schemeClr>
            </a:gs>
            <a:gs pos="48000">
              <a:schemeClr val="accent5">
                <a:lumMod val="75000"/>
              </a:schemeClr>
            </a:gs>
            <a:gs pos="100000">
              <a:schemeClr val="accent4">
                <a:lumMod val="75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591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Words>25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Asim</dc:creator>
  <cp:lastModifiedBy>Muhammad Asim</cp:lastModifiedBy>
  <cp:revision>1</cp:revision>
  <dcterms:created xsi:type="dcterms:W3CDTF">2025-12-22T06:13:39Z</dcterms:created>
  <dcterms:modified xsi:type="dcterms:W3CDTF">2025-12-22T07:19:51Z</dcterms:modified>
</cp:coreProperties>
</file>